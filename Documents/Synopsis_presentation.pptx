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7" r:id="rId3"/>
    <p:sldId id="258" r:id="rId4"/>
    <p:sldId id="259" r:id="rId5"/>
    <p:sldId id="267" r:id="rId6"/>
    <p:sldId id="260" r:id="rId7"/>
    <p:sldId id="266" r:id="rId8"/>
    <p:sldId id="261" r:id="rId9"/>
    <p:sldId id="262" r:id="rId10"/>
    <p:sldId id="269" r:id="rId11"/>
    <p:sldId id="268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69D94-FEFB-2E7E-396D-C9BAE276F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DB318-A877-5AA2-518C-CC1F6AE95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A75C1-7B2C-0F88-EFD5-D5CE581E9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D364-57C9-4050-AAF7-08B446346299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F582A-C8D8-60AF-6EEC-59258B470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05C35-C80A-B467-8366-117D33CAE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F892-B52B-493E-BB12-8322CE949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550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3863C-4992-843D-E3CF-40A49658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0B00C-DC6C-1517-11C5-84EEF0067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CB55E-D36E-98C8-FACE-C44D38ED6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D364-57C9-4050-AAF7-08B446346299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0AA58-0BB6-EFA7-E686-8DFCA477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DE8F1-C0CE-AF9E-B593-61E63B60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F892-B52B-493E-BB12-8322CE949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93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E11F2-73D2-A49E-AA6F-6E7C874F4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FA530-15C5-C6C0-4D0A-F173ED1C8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60CE2-B814-A354-BD40-F3DA4B57A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D364-57C9-4050-AAF7-08B446346299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1237B-FAE9-F359-11E7-C25BE39BD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9AA16-6FD9-7150-1A4F-E763FF1E7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F892-B52B-493E-BB12-8322CE949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682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3590-CA51-E7CA-FAD6-C2544D49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59298-E3FA-CCE3-EBC6-B918769AF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C16FA-F815-D123-F32D-8E5CD1734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A19F6-E6EA-89D0-1462-B39214430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D364-57C9-4050-AAF7-08B446346299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618EB-7BBB-D89F-66D6-DEB8A0D76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E219E-0962-B919-16EB-FB3272A28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F892-B52B-493E-BB12-8322CE949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840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44493-8DD6-CD90-0AB7-C3F55B70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14F15-04BA-2CA0-EC8B-BA79BAA23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A371A6-619C-6CB4-4680-AFCDE3524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36F593-D51A-8EDE-BB75-59AE3642FB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CA7B8-979B-1B38-1A89-CC535C1BFD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0527F7-3AF2-3DB8-D8C9-42B8F565E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D364-57C9-4050-AAF7-08B446346299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CE6CF4-3E40-DBC2-D250-6ADBAE863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5CE0E-12E4-D0EE-A04A-BC200D034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F892-B52B-493E-BB12-8322CE949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86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0EFD2-4401-D2AD-985C-97DB7EE3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2A0B9A-F7E0-DA7B-9B56-19DE796D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D364-57C9-4050-AAF7-08B446346299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EEF341-FEB5-3AAC-37FB-5B4E25550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D7B6C-8DED-15A1-FD16-A9C946FDE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F892-B52B-493E-BB12-8322CE949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58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5AB64E-B273-9554-B25B-E413888B2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D364-57C9-4050-AAF7-08B446346299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FD0D3-B111-A0EC-0943-5105F4B30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384FB-12C9-D93B-6A80-DC333249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F892-B52B-493E-BB12-8322CE949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8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6E064-0283-8A98-E180-6485A1ECC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A2F9C-B191-C253-D689-0BA5A1474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69881-ADE8-4524-93AE-FF550E80C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582AA-30B8-6730-43FA-04F033617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D364-57C9-4050-AAF7-08B446346299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A9D21-DCD8-824F-164F-3FB59D63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B1BB4-5DBA-0542-A290-CDB0C0F25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F892-B52B-493E-BB12-8322CE949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71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CB969-1067-054D-6DD2-167685BE2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E64E17-4258-54AA-3EB2-835917AB2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3C90D-316A-3C80-932B-8B48C5E51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169BC-EA3D-35EC-CB62-5004DAA7A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D364-57C9-4050-AAF7-08B446346299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351E6-7B1A-0664-BAF5-DE57457DE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7E767-4D44-B7AD-035B-E5B5C0B67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F892-B52B-493E-BB12-8322CE949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61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E491D-04C3-73DC-80D2-E960A2ED2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752E3B-24E9-986C-5613-21CCD8E31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0711D-5738-909C-6D5D-792112432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D364-57C9-4050-AAF7-08B446346299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C808D-141A-CEFD-6677-7F97EFD7A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6FFC8-6CB3-04B2-634E-25FA82B1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F892-B52B-493E-BB12-8322CE949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927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346EA-0666-EE48-8CB4-833339C4A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E23C68-900F-0E63-914B-48726CD05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6A459-7D75-2F86-3857-6E02F3487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8D364-57C9-4050-AAF7-08B446346299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C9F86-9712-C147-FA12-A6320446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5F9F2-0D01-D6BA-9CB2-5BA11DF3E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F892-B52B-493E-BB12-8322CE949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338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380874-9A85-84C9-6162-78FF11D3E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0AAE4-8D42-8D7E-E973-774FDF6CD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ADCE9-BCA0-FACE-2697-1102590D0F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8D364-57C9-4050-AAF7-08B446346299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D2D87-4B3B-B327-F62E-645884AA9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5A749-EFCB-6104-310A-778369B12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9F892-B52B-493E-BB12-8322CE9490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998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8A02C2-589D-AF53-7C9F-325DEA584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560" y="0"/>
            <a:ext cx="1226312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149075-64CF-D1C5-9D37-77154E2404CE}"/>
              </a:ext>
            </a:extLst>
          </p:cNvPr>
          <p:cNvSpPr txBox="1"/>
          <p:nvPr/>
        </p:nvSpPr>
        <p:spPr>
          <a:xfrm>
            <a:off x="674327" y="452120"/>
            <a:ext cx="1096264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MAHARAJA INSTITUTE OF TECHNOLOGY MYSORE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Autonomous Institute affiliated to Visvesvaraya Technological University,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Belagavi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Belawadi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Srirangapatna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Tq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Mandya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571477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</a:t>
            </a:r>
          </a:p>
          <a:p>
            <a:endParaRPr lang="en-IN" dirty="0"/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STOCKWATCH: SMARTER INVENTORY AND SAFER AUDITS</a:t>
            </a:r>
          </a:p>
          <a:p>
            <a:endParaRPr lang="en-IN" dirty="0"/>
          </a:p>
          <a:p>
            <a:pPr algn="ctr"/>
            <a:r>
              <a:rPr lang="en-IN" dirty="0"/>
              <a:t>													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E3046A-3078-6445-9096-87E37298C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520" y="1460818"/>
            <a:ext cx="2190959" cy="14479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404EF9-FE6E-6242-5C43-1DF12DBC83A4}"/>
              </a:ext>
            </a:extLst>
          </p:cNvPr>
          <p:cNvSpPr txBox="1"/>
          <p:nvPr/>
        </p:nvSpPr>
        <p:spPr>
          <a:xfrm>
            <a:off x="4626894" y="4443075"/>
            <a:ext cx="32033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 BY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Nirmitha P – 4MH25MC063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Suchithra R – 4MH25MC095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038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FCE85B-E922-FE24-B9DA-54065B5FD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6712CA-4D9C-0D22-FDB4-07AE1CBB5E21}"/>
              </a:ext>
            </a:extLst>
          </p:cNvPr>
          <p:cNvSpPr txBox="1"/>
          <p:nvPr/>
        </p:nvSpPr>
        <p:spPr>
          <a:xfrm>
            <a:off x="1160206" y="2521974"/>
            <a:ext cx="9871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STOCKWATCH: SMARTER INVENTORY AND SAFER AUDITS</a:t>
            </a:r>
            <a:endParaRPr lang="en-I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679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2E1B8-83CF-37EF-CCEE-24FE9FEBA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C400F5-5B0A-52D9-D7B0-2B4AD9717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28C870-5C56-275B-7BA8-24F41592B65A}"/>
              </a:ext>
            </a:extLst>
          </p:cNvPr>
          <p:cNvSpPr txBox="1"/>
          <p:nvPr/>
        </p:nvSpPr>
        <p:spPr>
          <a:xfrm>
            <a:off x="1347020" y="1204451"/>
            <a:ext cx="9045676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is essential for every organization to maintain accurate records and ensure availability of items.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inventory systems lead to data entry errors, delays, stock mismatches and difficulty in tracking.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need real-time monitoring, transparency and accountability in inventory operations.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StockWatch integrates inventory management, audit logs, QR Code support and anomaly detection in a single platform.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108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D49BE-3B33-2B12-D330-4D320C206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45CF5A-38FF-C2DE-21DC-F43D5F555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C1D215-B42C-58E1-5F6D-0D11C4CB641B}"/>
              </a:ext>
            </a:extLst>
          </p:cNvPr>
          <p:cNvSpPr txBox="1"/>
          <p:nvPr/>
        </p:nvSpPr>
        <p:spPr>
          <a:xfrm>
            <a:off x="1597413" y="1128744"/>
            <a:ext cx="924232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web-based inventory monitoring system for efficient inventory management.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accurate inventory records and track stock movements effectively.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transparency and accountability through audit logs of all inventory activities.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QR code support and anomaly detection to improve inventory security and reduce manual errors.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660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D5B4E-4316-FC99-195C-A1EE24F18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E844FF-FB32-19A7-FF6C-A04C808E3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9BA415-691E-CE8D-54F1-679B38393371}"/>
              </a:ext>
            </a:extLst>
          </p:cNvPr>
          <p:cNvSpPr txBox="1"/>
          <p:nvPr/>
        </p:nvSpPr>
        <p:spPr>
          <a:xfrm>
            <a:off x="1341774" y="1227066"/>
            <a:ext cx="9242323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/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Tracking Errors: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Many organizations still track inventory using paper logs or basic Excel sheets, which lead to frequent calculation errors and misplaced items.</a:t>
            </a:r>
          </a:p>
          <a:p>
            <a:pPr lvl="0"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Accountability: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There is no secure log of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checked items in or out, making it easy for inventory to go missing without any record.</a:t>
            </a:r>
          </a:p>
          <a:p>
            <a:pPr lvl="0"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Monitoring: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Managers cannot easily see stock levels, pending purchase orders, or approval requests in real time.</a:t>
            </a:r>
          </a:p>
          <a:p>
            <a:pPr lvl="0"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Undetected Theft &amp; Anomalies: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Without smart analysis, unusual or suspicious stock movements (like massive stock drops or unauthorized adjustments) go completely unnoticed.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127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3FEDA-5954-BCB0-6367-1CA63F91D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B9B823-679A-E272-5CCE-C193C0244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D2A9EE-0709-08AD-8A42-73C5979355AE}"/>
              </a:ext>
            </a:extLst>
          </p:cNvPr>
          <p:cNvSpPr txBox="1"/>
          <p:nvPr/>
        </p:nvSpPr>
        <p:spPr>
          <a:xfrm>
            <a:off x="1602657" y="1165122"/>
            <a:ext cx="925215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inventory-specific anomaly detection models.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integration of audit logs with machine learning based detection systems.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combined QR Code + Audit Log + Anomaly Detection system.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real-time inventory monitoring solution for organizations.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automated alert generation for abnormal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inventory activities.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151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142518-97FA-2282-5173-DC9C011E8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312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4FCB40-DBD8-A370-70AE-12013A04CB9C}"/>
              </a:ext>
            </a:extLst>
          </p:cNvPr>
          <p:cNvSpPr txBox="1"/>
          <p:nvPr/>
        </p:nvSpPr>
        <p:spPr>
          <a:xfrm>
            <a:off x="1381760" y="767080"/>
            <a:ext cx="97840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organizations rely on manual inventory records or basic spreadsheet-based systems.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updates are often performed manually, leading to data entry errors and stock mismatches.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provide limited visibility of stock movements across departments.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proper audit trail to track who performed inventory transactions and when.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unusual or suspicious inventory activities is usually not automated.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verification and auditing processes are time-consuming and difficult to manage.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lack integration of QR code tracking, real-time monitoring, and intelligent alert mechanisms.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695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9DB1C-9B79-AFEA-ECC5-920CEC30F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17D4A9-C712-F327-0D2E-0B2966F45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D1FBC0-E4C9-3C49-D247-059E43C3A0F8}"/>
              </a:ext>
            </a:extLst>
          </p:cNvPr>
          <p:cNvSpPr txBox="1"/>
          <p:nvPr/>
        </p:nvSpPr>
        <p:spPr>
          <a:xfrm>
            <a:off x="1386349" y="506361"/>
            <a:ext cx="9163664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web-based inventory monitoring system for centralized inventory management.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department-wise inventory records with accurate stock quantity tracking.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all stock-in, stock-out, and transfer transactions automatically.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audit logs for every inventory activity to ensure transparency and accountability.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QR code-based inventory identification for faster stock updates and reduced manual errors.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Machine Learning (Isolation Forest) to detect unusual inventory movements and suspicious transactions.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real-time alerts and reports for low stock levels, anomalies, and inventory monitoring.</a:t>
            </a:r>
          </a:p>
        </p:txBody>
      </p:sp>
    </p:spTree>
    <p:extLst>
      <p:ext uri="{BB962C8B-B14F-4D97-AF65-F5344CB8AC3E}">
        <p14:creationId xmlns:p14="http://schemas.microsoft.com/office/powerpoint/2010/main" val="43500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851F5-7F42-5410-3B0D-2AC571279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BF5D6A-7090-6305-EE9A-89B283727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0FFE74-3FD7-4FD5-A36C-4B74924C6F7A}"/>
              </a:ext>
            </a:extLst>
          </p:cNvPr>
          <p:cNvSpPr txBox="1"/>
          <p:nvPr/>
        </p:nvSpPr>
        <p:spPr>
          <a:xfrm>
            <a:off x="1533832" y="863756"/>
            <a:ext cx="9124336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 SPECIFICATION</a:t>
            </a:r>
          </a:p>
          <a:p>
            <a:pPr algn="just"/>
            <a:endParaRPr lang="en-US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Intel Core i3 / AMD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or higher (Min 2.0 GHz)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4 GB Minimum (8 GB Recommended for running XAMPP &amp; Server smoothly)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500 MB of free hard drive space (for project files and local database)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QR code scanning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Windows 10 / 11 (or macOS / Linux)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Server Suite: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XAMPP Control Panel (with Apache &amp; MySQL/MariaDB)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Language: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Python 3.10+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HTML5, CSS3, JavaScript (Vanilla ES6)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Libraries &amp; Frameworks: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Flask (Backend), Pandas &amp; Scikit-Learn (Anomaly Detection ML), CORS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phpMyAdmin (MySQL)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Any modern web browser (Google Chrome, Microsoft Edge, Firefox)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26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58838-C620-24FD-C16D-6DD3B1D7A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F9DAB3-BB5A-EEE9-C7BC-85651CC5C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4F9350-00CF-EC80-FABB-EA3F0065EF89}"/>
              </a:ext>
            </a:extLst>
          </p:cNvPr>
          <p:cNvSpPr txBox="1"/>
          <p:nvPr/>
        </p:nvSpPr>
        <p:spPr>
          <a:xfrm>
            <a:off x="1396180" y="981744"/>
            <a:ext cx="9124336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Procurement &amp; Alerts: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Integrating SMS/Email gateways (like Twilio or SendGrid) to automatically email purchase orders directly to suppliers the moment stock falls below the minimum threshold.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Security Verification: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Integrating USB fingerprint scanners or facial recognition to verify the physical presence of operators during high-value stock movements, eliminating password sharing.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Multi-Warehouse Sync &amp; ML Forecasting: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Expanding the system to support multi-branch real-time synchronization, and using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forecast stock demands before items run out.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603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27E6E-14DF-8AE8-FAFA-7CBCF9D7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406D7-8775-E3B7-935C-BEB07F157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CC596C-0F4D-ADA5-6DF4-D8F224FAD8F8}"/>
              </a:ext>
            </a:extLst>
          </p:cNvPr>
          <p:cNvSpPr txBox="1"/>
          <p:nvPr/>
        </p:nvSpPr>
        <p:spPr>
          <a:xfrm>
            <a:off x="1396180" y="1296376"/>
            <a:ext cx="912433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StockWatch improves inventory accuracy, transparency and operational efficiency.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complete audit trails for accountability and easier auditing.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unusual inventory activities using anomaly detection techniques.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errors through automation and QR code based updates.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scalable and reliable solution suitable for organizations, warehouses and institutions.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901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19CB26-86F5-A957-EE5C-18A8E4A59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120" y="0"/>
            <a:ext cx="1226312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A71971-83C0-AF58-F81F-AFB2472593B3}"/>
              </a:ext>
            </a:extLst>
          </p:cNvPr>
          <p:cNvSpPr txBox="1"/>
          <p:nvPr/>
        </p:nvSpPr>
        <p:spPr>
          <a:xfrm>
            <a:off x="3810000" y="2618323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773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825</Words>
  <Application>Microsoft Office PowerPoint</Application>
  <PresentationFormat>Widescreen</PresentationFormat>
  <Paragraphs>127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Nirmitha P</dc:creator>
  <cp:lastModifiedBy>Nirmitha P</cp:lastModifiedBy>
  <cp:revision>11</cp:revision>
  <cp:lastPrinted>2026-08-12T14:52:02Z</cp:lastPrinted>
  <dcterms:created xsi:type="dcterms:W3CDTF">2026-06-22T15:33:39Z</dcterms:created>
  <dcterms:modified xsi:type="dcterms:W3CDTF">2026-08-13T05:00:04Z</dcterms:modified>
</cp:coreProperties>
</file>